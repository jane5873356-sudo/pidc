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久揚塑膠股份有限公司 ｜ JIOU YANG PLASTIC CO., LTD.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塑膠射出零件成本核算與正式報價簡報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</a:rPr>
              <a:t>專案品名：車用雷達防水感測器外蓋 (Radar Sensor Enclosure)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</a:rPr>
              <a:t>客戶料號：HT-RAD-8821 ｜ 客戶名稱：宏達車載科技股份有限公司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389120"/>
            <a:ext cx="1033272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57200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報價單號：JY-2026-Q084 (版本: V1.1)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</a:rPr>
              <a:t>報價日期：2026-10-21 ｜ 詢價批量：15,000 件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34D399"/>
                </a:solidFill>
              </a:rPr>
              <a:t>建議單價：NT$ 17.67 / 件 ｜ 目標毛利率：27%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承辦業務：王建宏 (資深業務經理) ｜ 審核主管：林建興 廠長 (技術兼副總)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01. 產品規格與工程圖面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Product Specifications &amp; Engineering Drawings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規格項目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規格參數說明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產品品名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車用雷達防水感測器外蓋 (Radar Sensor Enclosure)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客戶料號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HT-RAD-8821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外觀尺寸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115 x 72 x 34 mm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公差等級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DIN 16901-130 精密級 (±0.04mm)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外觀處理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正面細咬花 MT-11010 / 密封面鏡面抛光 SPI-A2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成品單重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46.5 g (成品淨重)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料頭分攤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5.50 g / 件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02. 材料成本精確核算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工程參數項目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數值設定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工程說明與計算邏輯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塑膠原料型號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PC/ABS 車用耐熱級 (CYCOLOY® C2950)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原料單價 NT$ 138/kg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單件總分攤料重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52 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成品 46.5g + 料頭分攤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回收次料混用比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次料折價損失比率 20%，線上粉碎回用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材料損耗率與良率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損耗 3.5% / 良率 98%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烘料揮發與不良品均攤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單件材料總成本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NT$ 7.69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加權綜合單件材料支出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03. 成本結構與建議報價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/>
              <a:tblGrid>
                <a:gridCol w="2674620"/>
                <a:gridCol w="2674620"/>
                <a:gridCol w="2674620"/>
                <a:gridCol w="26746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成本項目分類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單件金額 (NT$)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成本占比 (%)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整批總支出 (NT$)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 材料成本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NT$ 7.69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NT$ 115,350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 成型加工費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NT$ 0.95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NT$ 14,250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 換模調機分攤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NT$ 0.40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NT$ 6,042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 後加工包運費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NT$ 2.90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22%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NT$ 43,500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5. 廠務管理費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NT$ 0.96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NT$ 14,400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★ 單件總成本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NT$ 12.90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NT$ 193,500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★ 建議單件報價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NT$ 17.67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毛利 27%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總營業額 NT$ 265,102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04. 多批量階梯報價方案 (Tiered Pricing Matrix)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訂購批量 (件)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換模分攤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單件成本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建議單件報價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毛利率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整批訂單總額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3,000 件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NT$ 2.01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NT$ 14.64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</a:rPr>
                        <a:t>NT$ 20.06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27%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NT$ 60,172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5,000 件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NT$ 1.21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NT$ 13.77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</a:rPr>
                        <a:t>NT$ 18.87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27%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NT$ 94,327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10,000 件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NT$ 0.60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NT$ 13.12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</a:rPr>
                        <a:t>NT$ 17.97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27%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NT$ 179,714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15,000 件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NT$ 0.40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NT$ 12.90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</a:rPr>
                        <a:t>NT$ 17.67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27%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NT$ 265,102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30,000 件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NT$ 0.20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NT$ 12.68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</a:rPr>
                        <a:t>NT$ 17.38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27%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NT$ 521,265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久揚塑膠股份有限公司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感謝您的信任與合作 期待攜手量產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地址：桃園市龜山區工四路 28 號 ｜ 電話：(03) 328-8899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承辦專案經理：王建宏 ｜ 審核主管：林建興 廠長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久揚塑膠股份有限公司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JY-2026-Q084 - 車用雷達防水感測器外蓋 (Radar Sensor Enclosure) 成本報價簡報</dc:title>
  <dc:subject>PptxGenJS Presentation</dc:subject>
  <dc:creator>久揚塑膠股份有限公司 JIOU YANG PLASTIC</dc:creator>
  <cp:lastModifiedBy>久揚塑膠股份有限公司 JIOU YANG PLASTIC</cp:lastModifiedBy>
  <cp:revision>1</cp:revision>
  <dcterms:created xsi:type="dcterms:W3CDTF">2026-10-27T06:34:37Z</dcterms:created>
  <dcterms:modified xsi:type="dcterms:W3CDTF">2026-10-27T06:34:37Z</dcterms:modified>
</cp:coreProperties>
</file>